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1222ef83820474f" /><Relationship Type="http://schemas.openxmlformats.org/officeDocument/2006/relationships/extended-properties" Target="/docProps/app.xml" Id="Rf94ecee9c8854500" /><Relationship Type="http://schemas.openxmlformats.org/package/2006/relationships/metadata/core-properties" Target="/docProps/core.xml" Id="R7d873a1308734b56" /><Relationship Type="http://schemas.openxmlformats.org/package/2006/relationships/metadata/thumbnail" Target="/docProps/thumbnail.jpeg" Id="Rdd87cc7f0b864fd8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2e6da94b758f4a90"/>
  </p:notesMasterIdLst>
  <p:sldIdLst>
    <p:sldId xmlns:r="http://schemas.openxmlformats.org/officeDocument/2006/relationships" id="256" r:id="rId2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d09175de41ba4416" /><Relationship Type="http://schemas.openxmlformats.org/officeDocument/2006/relationships/slide" Target="/ppt/slides/slide1.xml" Id="rId2" /><Relationship Type="http://schemas.openxmlformats.org/officeDocument/2006/relationships/presProps" Target="/ppt/presProps.xml" Id="R1a2185b25fef4a26" /><Relationship Type="http://schemas.openxmlformats.org/officeDocument/2006/relationships/viewProps" Target="/ppt/viewProps.xml" Id="R7002345835e94f1c" /><Relationship Type="http://schemas.openxmlformats.org/officeDocument/2006/relationships/tableStyles" Target="/ppt/tableStyles.xml" Id="Re41e338ff4ab4932" /><Relationship Type="http://schemas.openxmlformats.org/officeDocument/2006/relationships/notesMaster" Target="/ppt/notesMasters/notesMaster1.xml" Id="R2e6da94b758f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dfa63fd31d4cf8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ecea6e2f847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2a74b4af842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a062b318648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5b57f991c4d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0b201e3574e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4025fee8048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595903e4349c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07b1d7f3e48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97677a0444df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550f73f3047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6274fd314f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6ea64f81047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Tables &amp; Shapes</a:t>
            </a:r>
          </a:p>
        </p:txBody>
      </p:sp>
      <p:graphicFrame>
        <p:nvGraphicFramePr>
          <p:cNvPr id="3" name="Table 1"/>
          <p:cNvGraphicFramePr/>
          <p:nvPr/>
        </p:nvGraphicFramePr>
        <p:xfrm>
          <a:off xmlns:a="http://schemas.openxmlformats.org/drawingml/2006/main" x="762000" y="1778000"/>
          <a:ext xmlns:a="http://schemas.openxmlformats.org/drawingml/2006/main" cx="5334000" cy="254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TypeValues { }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778000"/>
            <a:ext cx="1778000" cy="177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99"/>
          </a:solidFill>
          <a:ln xmlns:a="http://schemas.openxmlformats.org/drawingml/2006/main" w="12700">
            <a:solidFill>
              <a:srgbClr val="c65911"/>
            </a:solidFill>
          </a:ln>
        </p:spPr>
      </p:sp>
      <p:sp>
        <p:nvSpPr>
          <p:cNvPr id="5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731000" y="3810000"/>
            <a:ext cx="15240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Highlights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Widescreen</ap:PresentationFormat>
  <ap:Application>Microsoft Office PowerPoint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OfficeIMO</dc:creator>
  <cp:lastModifiedBy>OfficeIMO</cp:lastModifiedBy>
  <dcterms:created xsi:type="dcterms:W3CDTF">2025-12-29T22:06:50Z</dcterms:created>
  <dcterms:modified xsi:type="dcterms:W3CDTF">2025-12-29T22:06:50Z</dcterms:modified>
</cp:coreProperties>
</file>