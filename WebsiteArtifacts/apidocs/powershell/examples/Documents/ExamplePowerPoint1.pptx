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7" d="100"/>
          <a:sy n="14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Id3" /><Relationship Type="http://schemas.openxmlformats.org/officeDocument/2006/relationships/slide" Target="/ppt/slides/slide1.xml" Id="rId2" /><Relationship Type="http://schemas.openxmlformats.org/officeDocument/2006/relationships/slideMaster" Target="/ppt/slideMasters/slideMaster1.xml" Id="rId1" /><Relationship Type="http://schemas.openxmlformats.org/officeDocument/2006/relationships/tableStyles" Target="/ppt/tableStyles.xml" Id="rId6" /><Relationship Type="http://schemas.openxmlformats.org/officeDocument/2006/relationships/theme" Target="/ppt/theme/theme1.xml" Id="rId5" /><Relationship Type="http://schemas.openxmlformats.org/officeDocument/2006/relationships/viewProps" Target="/ppt/viewProps.xml" Id="rId4" /><Relationship Type="http://schemas.openxmlformats.org/officeDocument/2006/relationships/slide" Target="/ppt/slides/slide2.xml" Id="rId7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9435A-55E9-8F45-6B58-154BCE0E87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2D9D54-B0FD-D8F1-5AED-BE03148162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CF1CA-E295-9092-D96C-12B152A26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B803B-F6D5-EBBB-339F-B0EE74988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6EA5D-DD50-5B0F-2908-056C9C79F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381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147D3-7CAF-E778-127C-EB36EE019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DC2F3-E578-B9AA-C6E9-B0A937EC0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419A6-9272-0369-CA69-38A16213E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F883D-E45F-8FD1-1C08-CBC168F62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D75E8-ADB4-1A15-B148-0215629C8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808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D8AE3-0B7F-0F6C-4161-246DB8362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8EF875-DCDA-F2BD-42B8-C1F4FC4DB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DC1CB-7833-83F0-DE2F-30938632C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1E56F-F138-523E-9263-AF7EF65F3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F7168-660A-BFC1-02D4-C33094392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84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ACE6F-B83F-D954-0F90-70679C8D3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0B51D-0CF0-92B7-F6D3-C393B43110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27F6AF-5C3A-21C7-55A8-08543AD243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787AB9-B373-53AD-E2E0-2F397315A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4ED33D-3DD9-4B35-7026-C858E4C7E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B328C9-8311-F019-3DCC-ED2B51447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29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5146D-60B2-24B9-728D-604EB7173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43D396-51F7-49AB-3F99-B8270BD44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AE1936-B0A4-38E1-34E5-9608DBAF76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D63416-005B-0785-25D5-11598D0A22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266390-113D-C0AA-498D-C06AAFACAF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BDD544-6E41-A9B2-F48B-9488D9AD9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6D1115-A07E-F5FE-4179-DE6AAA097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DDC1AC-4A0D-C74A-ED55-8BCBE8A61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661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6C768-6826-AAD0-0395-E5F0DC0EF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E8782D-E635-1CDC-B504-7A8C1D253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E2719-64CE-837D-5896-60BAA0AA4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FBCE37-B62A-19D9-CCA9-F795E8BCC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656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BC0F13-6A7B-BE98-9301-A6933B7A4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127AEF-634A-5927-F71A-B4BDF7AC5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DE9C9-AFF4-F7BB-B26A-1735CA412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19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66F78-4764-A0EF-0ABB-8825EEE5C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D6607-296B-16B1-A7B5-BF8C3A5D6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A4EFEB-4F1D-EFAD-7BBB-1D5BA9893D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37C2D-1E88-8148-EBC2-4D4E6AAE0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43B8CF-2AE1-4D3C-96CE-0ED0DC421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8EC844-DDC6-5532-CE15-23547D424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095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F569D-018A-1F56-4F95-61D35E24A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157E67-1458-FE53-E579-B0D70DA1ED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216883-BF87-53E6-BA9E-896F51A84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8D87C0-A5FB-7F91-AB04-614FB4EB3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DD186C-44F9-0ACB-9952-89EBE7CAE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19DDEC-B32E-EE2E-392A-B955A0B7D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82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F38D4-802D-9DE8-F7C1-E58C0EF6D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F4919A-F9BC-89EA-1B14-3AA84A1397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71C79-B3F1-FC81-D523-4328D481B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E8E5F-375B-200E-FA6C-EC2BF7CEC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7DF49-6CAC-5060-029D-5E74D80D9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00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BE04BC-C8D1-311C-73D9-DB39B45B9B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9820DD-03AF-F102-1ED0-097BF19B1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3B428-4D1F-8E65-F47E-3B4940A03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ADFDB-290E-6A46-A0D5-AB6DE1E0C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FEBDC-38DC-4FB0-1370-1C24D47D3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274747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Id8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7.xml" Id="rId7" /><Relationship Type="http://schemas.openxmlformats.org/officeDocument/2006/relationships/theme" Target="/ppt/theme/theme1.xml" Id="rId12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1.xml" Id="rId1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11.xml" Id="rId11" /><Relationship Type="http://schemas.openxmlformats.org/officeDocument/2006/relationships/slideLayout" Target="/ppt/slideLayouts/slideLayout5.xml" Id="rId5" /><Relationship Type="http://schemas.openxmlformats.org/officeDocument/2006/relationships/slideLayout" Target="/ppt/slideLayouts/slideLayout10.xml" Id="rId10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9.xml" Id="rId9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5071C4-43D4-93E3-2667-4C5144278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AA29C8-CEA6-505F-7297-EFF90E55E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979FA-E1A2-E4C7-7453-045F9683D3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5C5CA-D9C3-762C-FB09-6AC87DE29F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71B91-F2F7-9976-9FF4-9141819CC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066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>
        <p:nvSpPr>
          <p:cNvPr id="1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476250" y="571500"/>
            <a:ext cx="952500" cy="666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Hello World!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29741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49435A-55E9-8F45-6B58-154BCE0E8743}"/>
              </a:ext>
            </a:extLst>
          </p:cNvPr>
          <p:cNvSpPr>
            <a:spLocks xmlns:a="http://schemas.openxmlformats.org/drawingml/2006/main" noGrp="1"/>
          </p:cNvSpPr>
          <p:nvPr>
            <p:ph type="ctrTitle"/>
          </p:nvPr>
        </p:nvSpPr>
        <p:spPr/>
        <p:txBody>
          <a:bodyPr xmlns:a="http://schemas.openxmlformats.org/drawingml/2006/main" anchor="b"/>
          <a:lstStyle xmlns:a="http://schemas.openxmlformats.org/drawingml/2006/main">
            <a:lvl1pPr algn="ctr">
              <a:defRPr sz="6000"/>
            </a:lvl1pPr>
          </a:lstStyle>
          <a:p xmlns:a="http://schemas.openxmlformats.org/drawingml/2006/main">
            <a:pPr/>
            <a:r>
              <a:rPr lang="en-US"/>
              <a:t>This is my title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F2D9D54-B0FD-D8F1-5AED-BE031481620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pPr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E0CF1CA-E295-9092-D96C-12B152A26FC5}"/>
              </a:ext>
            </a:extLst>
          </p:cNvPr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/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BBB803B-F6D5-EBBB-339F-B0EE749881AA}"/>
              </a:ext>
            </a:extLst>
          </p:cNvPr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/>
            <a:endParaRPr lang="en-US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366EA5D-DD50-5B0F-2908-056C9C79F960}"/>
              </a:ext>
            </a:extLst>
          </p:cNvPr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/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 xmlns:a="http://schemas.openxmlformats.org/drawingml/2006/main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Adam Shakhabov</dc:creator>
  <cp:lastModifiedBy>Adam Shakhabov</cp:lastModifiedBy>
  <cp:revision>1</cp:revision>
  <dcterms:created xsi:type="dcterms:W3CDTF">2023-07-09T20:28:40Z</dcterms:created>
  <dcterms:modified xsi:type="dcterms:W3CDTF">2023-07-09T20:28:46Z</dcterms:modified>
</cp:coreProperties>
</file>